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</a:defRPr>
            </a:pPr>
            <a:r>
              <a:t>Corona Virus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ctr">
              <a:defRPr sz="1800">
                <a:solidFill>
                  <a:srgbClr val="C8C8FF"/>
                </a:solidFill>
              </a:defRPr>
            </a:pPr>
            <a:r>
              <a:t>Shalini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0A1946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73152"/>
          </a:xfrm>
          <a:prstGeom prst="rect">
            <a:avLst/>
          </a:prstGeom>
          <a:solidFill>
            <a:srgbClr val="FFB4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Title: Corona Virus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Authors: Shalini Singh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Abstract Section: (no content provided)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Presented research findings on SARS-CoV-2 and its implications.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400">
                <a:solidFill>
                  <a:srgbClr val="969696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0A1946"/>
                </a:solidFill>
              </a:defRPr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73152"/>
          </a:xfrm>
          <a:prstGeom prst="rect">
            <a:avLst/>
          </a:prstGeom>
          <a:solidFill>
            <a:srgbClr val="FFB4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To investigate the effects of COVID-19 on human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health.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Analyze viral transmission patterns and containment strategies.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Develop personalized vaccination protocols for vulnerable populations.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Evaluate economic impact of global lockdowns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400">
                <a:solidFill>
                  <a:srgbClr val="969696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0A1946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73152"/>
          </a:xfrm>
          <a:prstGeom prst="rect">
            <a:avLst/>
          </a:prstGeom>
          <a:solidFill>
            <a:srgbClr val="FFB4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Study design: Observational cohort study of COVID-19 cases.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Data sources: Primary data collection from hospitals and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clinics.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Sample size: 5000 patients with confirmed COVID-19 diagnosis.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Data analysis: Descriptive and inferential statistics 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400">
                <a:solidFill>
                  <a:srgbClr val="969696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0A1946"/>
                </a:solidFill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73152"/>
          </a:xfrm>
          <a:prstGeom prst="rect">
            <a:avLst/>
          </a:prstGeom>
          <a:solidFill>
            <a:srgbClr val="FFB4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Global cases declined by 70% within six months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of lockdowns.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Age group with highest mortality rate: elderly (&gt;65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years).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Symptoms improved rapidly with antiviral treatment and oxygen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therapy.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400">
                <a:solidFill>
                  <a:srgbClr val="969696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defRPr sz="3600" b="1">
                <a:solidFill>
                  <a:srgbClr val="0A194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73152"/>
          </a:xfrm>
          <a:prstGeom prst="rect">
            <a:avLst/>
          </a:prstGeom>
          <a:solidFill>
            <a:srgbClr val="FFB41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Key findings of COVID-19 pandemic have been extensively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documented.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Mortality rates continue to vary globally by region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  and population.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Long-term effects of SARS-CoV-2 infection remain unknown currently.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400">
                <a:solidFill>
                  <a:srgbClr val="191919"/>
                </a:solidFill>
              </a:defRPr>
            </a:pPr>
            <a:r>
              <a:t>• Ongoing research aims to inform future prevention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r">
              <a:defRPr sz="1400">
                <a:solidFill>
                  <a:srgbClr val="969696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213</Words>
  <Application>Microsoft Office PowerPoint</Application>
  <PresentationFormat>Custom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VIGNESH RAO PEGGARLA</cp:lastModifiedBy>
  <cp:revision>1</cp:revision>
  <dcterms:created xsi:type="dcterms:W3CDTF">2013-01-27T09:14:16Z</dcterms:created>
  <dcterms:modified xsi:type="dcterms:W3CDTF">2025-10-31T19:31:14Z</dcterms:modified>
  <cp:category/>
</cp:coreProperties>
</file>